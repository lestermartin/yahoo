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39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822960"/>
            <a:ext cx="2011680" cy="201168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675120" y="8229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Kafka Quiz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questions. Answers revealed on the next slide.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Pencils ready. No peeking at the broker.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basic unit of data in Kafka?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(message/event)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tuple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packet of regret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basic unit of data in Kafka?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(message/event)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tuple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packet of regret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Kafka topic?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named, logical stream of records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broker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starter at meetups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setting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Kafka topic?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named, logical stream of records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broker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starter at meetups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setting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topics scaled across brokers?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only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coffee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topics scaled across brokers?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only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coffee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Kafka guarantee record ordering?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whole topic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whole cluster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single partition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Nowhere, it's chaos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Kafka guarantee record ordering?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whole topic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whole cluster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single partition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Nowhere, it's chaos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offset?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partition's replica count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record's sequential position within a partition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timezone adjustment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broker's disk location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offset?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partition's replica count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record's sequential position within a partition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timezone adjustment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broker's disk location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broker?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that stores data and serves clients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that produces records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 trader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validator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broker?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that stores data and serves clients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that produces records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 trader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validator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producer do?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records from topics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cluster metadata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records to topics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excuses for outages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producer do?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records from topics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cluster metadata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records to topics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excuses for outages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consumer do?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old records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records from topics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Elects leaders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Eats all your disk space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consumer do?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old records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records from topics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Elects leaders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Eats all your disk space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consumer group?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group for stressed consumers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brokers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partitions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that share the work of reading a topic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consumer group?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group for stressed consumers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brokers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partitions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that share the work of reading a topic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consumer group, how many consumers can read a given partition at once?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many as you like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Two, for redundancy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the moon phase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consumer group, how many consumers can read a given partition at once?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many as you like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Two, for redundancy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the moon phase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3 partitions and 5 consumers in one group. What happens?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creates 2 more partitions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consumers sit idle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duplicated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 explodes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3 partitions and 5 consumers in one group. What happens?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creates 2 more partitions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consumers sit idle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duplicated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 explodes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partition setting gives fault tolerance?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factor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partition setting gives fault tolerance?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factor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partition leader?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broker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replica that handles reads and writes for that partition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with the most offsets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who schedules the meetings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partition leader?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broker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replica that handles reads and writes for that partition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with the most offsets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who schedules the meetings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ISR stand for?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Storage Region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Sync Record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In-Sync Replicas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Should Restart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ISR stand for?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Storage Region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Sync Record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In-Sync Replicas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Should Restart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KRaft replace?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Kraken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KRaft replace?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Kraken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16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acks=all, when does the producer consider a write successful?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leaves the producer's buffer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leader alone writes 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consumer reads 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in-sync replicas have it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16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acks=all, when does the producer consider a write successful?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leaves the producer's buffer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leader alone writes 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consumer reads 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in-sync replicas have it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17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default partitioner route records with a key?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hashing the key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to partition 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key alphabetical order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17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default partitioner route records with a key?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hashing the key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to partition 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key alphabetical order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18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stored in the __consumer_offsets topic?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passwords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consumer group positions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records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 Kafka is embarrassed about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18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stored in the __consumer_offsets topic?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passwords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consumer group positions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records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 Kafka is embarrassed about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19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Kafka Connect used for?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brokers to each other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network issues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data between Kafka and external systems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friends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19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Kafka Connect used for?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brokers to each other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network issues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data between Kafka and external systems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friends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20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Kafka Streams?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library for processing data stored in Kafka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video streaming service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broker plugin for storage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cluster you must deploy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20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Kafka Streams?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library for processing data stored in Kafka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video streaming service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broker plugin for storage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cluster you must deploy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21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Schema Registry provide?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discovery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backups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who broke production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storage and versioning of data schemas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21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Schema Registry provide?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discovery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backups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who broke production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storage and versioning of data schemas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22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default, what happens to records after they are consumed?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deleted immediately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stay until retention expires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move to another topic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self-destruct, Mission Impossible style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22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default, what happens to records after they are consumed?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deleted immediately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stay until retention expires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move to another topic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self-destruct, Mission Impossible style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23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log compaction keep?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latest record for each key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record for each key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records under 1 KB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fits in the log's trousers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23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log compaction keep?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latest record for each key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record for each key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records under 1 KB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fits in the log's trousers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24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rebalance?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data between disks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Reassigning partitions among consumers in a group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broker clock skew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for clusters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24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rebalance?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data between disks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Reassigning partitions among consumers in a group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broker clock skew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for clusters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25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delivery semantic does Kafka support with idempotent producers and transactions?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At-most-once only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Best-effort vibes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Never-once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25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delivery semantic does Kafka support with idempotent producers and transactions?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At-most-once only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Best-effort vibes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Never-once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26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auto.offset.reset=earliest do?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the earliest records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consumers start early in the morning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 new group at the beginning of the log when no offset exists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 new group at the end of the log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26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auto.offset.reset=earliest do?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the earliest records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consumers start early in the morning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 new group at the beginning of the log when no offset exists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 new group at the end of the log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27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consumer lag?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delay between a producer's sends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latency to the broker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it takes to boot a consumer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latest offset and the consumer's committed offset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27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consumer lag?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delay between a producer's sends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latency to the broker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it takes to boot a consumer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latest offset and the consumer's committed offset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28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role of the controller in a Kafka cluster?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cluster metadata and partition leader elections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all producer writes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TV remote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Compressing messages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28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role of the controller in a Kafka cluster?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cluster metadata and partition leader elections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all producer writes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TV remote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Compressing messages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29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Kafka so fast at writes?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stores everything in RAM only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skips writing to disk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sequential disk I/O and the page cache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cheats by dropping records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29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Kafka so fast at writes?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stores everything in RAM only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skips writing to disk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sequential disk I/O and the page cache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cheats by dropping records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30 of 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common way to increase a topic's throughput?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partitions (and consumers)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the topic to something faster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replication factor to 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F26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 at the broker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30 of 30  ·  Answer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common way to increase a topic's throughput?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E8E4E"/>
          </a:solidFill>
          <a:ln w="12700">
            <a:solidFill>
              <a:srgbClr val="1E8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partitions (and consumers)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0574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the topic to something faster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replication factor to 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D5D9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661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 at the broker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a wrap!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your scores. Highest lag buys the coffee.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2203</Words>
  <Application>Microsoft Macintosh PowerPoint</Application>
  <PresentationFormat>On-screen Show (16:9)</PresentationFormat>
  <Paragraphs>668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Kafka Quiz</dc:title>
  <dc:subject>PptxGenJS Presentation</dc:subject>
  <dc:creator>PptxGenJS</dc:creator>
  <cp:lastModifiedBy>Lester Martin</cp:lastModifiedBy>
  <cp:revision>1</cp:revision>
  <dcterms:created xsi:type="dcterms:W3CDTF">2026-09-30T13:06:10Z</dcterms:created>
  <dcterms:modified xsi:type="dcterms:W3CDTF">2026-09-30T14:20:35Z</dcterms:modified>
</cp:coreProperties>
</file>